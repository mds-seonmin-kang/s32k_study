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F4EBA-A78B-6EF1-81C3-DB52B67FA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B05784-983D-C8E4-3215-258F23A82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E3144-7754-5D77-B9CE-C640D40C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59A44B-95E9-3B30-1DBE-2AA28B0D5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E9FEC-C2EF-13B1-D04D-7666450B1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4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28F5F-9BA1-F4E2-5155-701D3D6D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8FB250-5C79-F650-1E9C-66EB59990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870C3E-7E59-495B-50E2-CE854CDD2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90E90-1B02-905D-0429-25C0A0A2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D0DD22-1F4B-44FD-22CE-DE35A8F3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378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80186-448E-7E6C-F517-6CB9C317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8F0E59-7198-41F4-BEF2-14FE32C96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B5BB3-108D-4468-B921-871DE6AD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AD6646-761A-493D-2CE9-20F301005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6727FF-7842-FFA5-3531-F0D727D6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791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BAB92-3A2A-FC02-78B6-9FC09DBA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E89346-D8D0-F189-FDD4-EA69E83D8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DC642D-763D-77DE-71E6-259E508FB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FF419-CF0F-0893-4D6E-77B6B142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2C862A-D881-198C-E010-760477B16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74BA01-F14C-549E-9BAD-70D66ABD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34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C16D9-F2FC-FA63-4704-CB780568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5D0279-4E88-FE13-75F0-91374098D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3219CD-0CA9-3827-789B-BD73128E3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EDAFF7-0554-C5C6-C63D-9654D6855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26774D5-7563-FEE1-EBFE-88C28A2CC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822690-5141-FE63-0FB8-CB6E4282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BBA2B1-3F63-B217-6C3F-83560445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5079C0-3FCD-F92C-E2B4-4E073A80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37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63783-5853-C8E2-97F8-7F37FAE7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02A903-BD51-45EC-0259-97F3F299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5D26B3-140D-40FD-772B-4C347EEE8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54A438-0CC5-12E0-CFB5-0D5A2CBF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86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85DFB9-09F9-2A10-7C21-FD0A00C8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C052FF-CDED-B42A-D773-E188CF47D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E8B31-B5C5-C7CB-E831-D1283A1A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43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4BA57-3158-5657-6CD7-31C438B66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4CEAB1-6E05-E238-E312-6FA6D57A2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5154E5-88C8-A7FF-665D-05D51B23E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BF1A43-B2DB-B33A-0C97-BEE5A6677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34FF5B-0D80-179F-0312-CC73137BA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ED469A-DACF-FF1B-B1BE-B1128596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50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7B9CA-129C-6D94-2AE7-E3735A232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8E15A0-FF9B-01D1-DD2C-B361C73B0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E414AE-86A6-0E5A-E071-0A69C813A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1ABD78-4FDA-07F3-F83E-DA803415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62398B-D2F6-BA75-7646-9382106A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A170DE-93D0-4476-5325-16B95C1E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68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8180C-839D-2681-61E3-E9379985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D8E0FF-A53D-7967-376C-4BBB006DF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5F8FA4-C231-3145-B0B9-4F304CA1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8DEE10-D7B2-E42F-D3E9-480AE9FBF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3A2A7-591B-6F2A-E4C3-C77ABE49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36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4A14072-C0A3-F581-AC63-E1C246642A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7ADC5B-446C-C8DB-CC0C-CA618CF5E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BD09E-5A88-80C5-1FDE-967C08912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95EC0A-A8CC-B29F-AC0A-E058F1FBC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A2CB9F-48BA-7CAC-96D9-F91A08B8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4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80E9A8-5EAE-2C24-4501-1BB9891A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55E4FE-0F1A-99BF-FB1D-17D06AF59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71F955-A416-707C-C14C-235588E6F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154E6-B2FC-4EBF-8547-919A9B32177F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550CB8-A14C-3EC4-0C2D-B396669EE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CA1146-717C-DA79-A246-FF1260AD7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DC8E6-FCFE-49C1-9578-F418F8B48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9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도표, 텍스트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FA2928-9BF6-FFBE-2376-D9AD6A4A2E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2" b="12337"/>
          <a:stretch>
            <a:fillRect/>
          </a:stretch>
        </p:blipFill>
        <p:spPr>
          <a:xfrm>
            <a:off x="0" y="0"/>
            <a:ext cx="12192000" cy="4108704"/>
          </a:xfrm>
          <a:prstGeom prst="rect">
            <a:avLst/>
          </a:prstGeom>
        </p:spPr>
      </p:pic>
      <p:pic>
        <p:nvPicPr>
          <p:cNvPr id="3" name="그림 2" descr="텍스트, 영수증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F8D477-86AF-123D-BC1E-2CCC05B16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862" y="4108704"/>
            <a:ext cx="982027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3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38E461-EE25-2BA5-A4B6-D227D2868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08008" cy="2750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7FED87-397F-4453-8CB9-67FE76E26FD1}"/>
              </a:ext>
            </a:extLst>
          </p:cNvPr>
          <p:cNvSpPr txBox="1"/>
          <p:nvPr/>
        </p:nvSpPr>
        <p:spPr>
          <a:xfrm>
            <a:off x="257556" y="2880360"/>
            <a:ext cx="116768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Main </a:t>
            </a:r>
            <a:r>
              <a:rPr lang="ko-KR" altLang="en-US" dirty="0"/>
              <a:t>시작 전 동작 내역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인터럽트 주소 정의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Flash 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포인터</a:t>
            </a:r>
            <a:r>
              <a:rPr lang="en-US" altLang="ko-KR" dirty="0"/>
              <a:t>, </a:t>
            </a:r>
            <a:r>
              <a:rPr lang="ko-KR" altLang="en-US" dirty="0"/>
              <a:t>레지스터 설정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Watchdog Off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만약 </a:t>
            </a:r>
            <a:r>
              <a:rPr lang="en-US" altLang="ko-KR" dirty="0"/>
              <a:t>off</a:t>
            </a:r>
            <a:r>
              <a:rPr lang="ko-KR" altLang="en-US" dirty="0"/>
              <a:t>라면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벡터 테이블 설정 </a:t>
            </a:r>
            <a:r>
              <a:rPr lang="en-US" altLang="ko-KR" dirty="0"/>
              <a:t>-&gt; </a:t>
            </a:r>
            <a:r>
              <a:rPr lang="ko-KR" altLang="en-US" dirty="0"/>
              <a:t>인터럽트 발생 시 함수 연결 주소록 설정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ROM,</a:t>
            </a:r>
            <a:r>
              <a:rPr lang="ko-KR" altLang="en-US" dirty="0"/>
              <a:t> </a:t>
            </a:r>
            <a:r>
              <a:rPr lang="en-US" altLang="ko-KR" dirty="0"/>
              <a:t>RAM</a:t>
            </a:r>
            <a:r>
              <a:rPr lang="ko-KR" altLang="en-US" dirty="0"/>
              <a:t> 에서 </a:t>
            </a:r>
            <a:r>
              <a:rPr lang="en-US" altLang="ko-KR" dirty="0"/>
              <a:t>Copy -&gt; </a:t>
            </a:r>
            <a:r>
              <a:rPr lang="ko-KR" altLang="en-US" dirty="0"/>
              <a:t>초기 값이 있는 변수들을 복사 </a:t>
            </a:r>
            <a:r>
              <a:rPr lang="en-US" altLang="ko-KR" dirty="0"/>
              <a:t>(Ex : int a = 0; -&gt; </a:t>
            </a:r>
            <a:r>
              <a:rPr lang="ko-KR" altLang="en-US" dirty="0"/>
              <a:t>복사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Interrupt </a:t>
            </a:r>
            <a:r>
              <a:rPr lang="en-US" altLang="ko-KR" dirty="0" err="1"/>
              <a:t>Unmaksing</a:t>
            </a:r>
            <a:r>
              <a:rPr lang="en-US" altLang="ko-KR" dirty="0"/>
              <a:t> -&gt; MCU </a:t>
            </a:r>
            <a:r>
              <a:rPr lang="ko-KR" altLang="en-US" dirty="0"/>
              <a:t>초기에 켜질 때 인터럽트를 모두 </a:t>
            </a:r>
            <a:r>
              <a:rPr lang="en-US" altLang="ko-KR" dirty="0"/>
              <a:t>Masking</a:t>
            </a:r>
            <a:r>
              <a:rPr lang="ko-KR" altLang="en-US" dirty="0"/>
              <a:t>을 통해 차단 한 뒤 동작</a:t>
            </a:r>
            <a:r>
              <a:rPr lang="en-US" altLang="ko-KR" dirty="0"/>
              <a:t>, </a:t>
            </a:r>
            <a:r>
              <a:rPr lang="ko-KR" altLang="en-US" dirty="0"/>
              <a:t>초기 설정 완료 된 이후 외부 신호 받아들일 준비가 되었다고 전송</a:t>
            </a:r>
          </a:p>
        </p:txBody>
      </p:sp>
    </p:spTree>
    <p:extLst>
      <p:ext uri="{BB962C8B-B14F-4D97-AF65-F5344CB8AC3E}">
        <p14:creationId xmlns:p14="http://schemas.microsoft.com/office/powerpoint/2010/main" val="1716945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82</Words>
  <Application>Microsoft Office PowerPoint</Application>
  <PresentationFormat>와이드스크린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강선민</dc:creator>
  <cp:lastModifiedBy>강선민</cp:lastModifiedBy>
  <cp:revision>5</cp:revision>
  <dcterms:created xsi:type="dcterms:W3CDTF">2026-02-02T03:24:13Z</dcterms:created>
  <dcterms:modified xsi:type="dcterms:W3CDTF">2026-02-02T05:30:37Z</dcterms:modified>
</cp:coreProperties>
</file>